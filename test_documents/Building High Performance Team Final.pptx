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754" y="-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952" y="0"/>
            <a:ext cx="16425903" cy="9162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06EFAF-529D-2C34-81F9-21A3278F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050" y="8867942"/>
            <a:ext cx="1735950" cy="257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35B3B9-248F-48B3-5B35-94533768E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5625156"/>
            <a:ext cx="3456725" cy="3371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B1958A-2C06-5131-2644-A068862F6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57200"/>
            <a:ext cx="6876000" cy="7858637"/>
          </a:xfrm>
          <a:prstGeom prst="round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930E7D-26A2-5D2E-27E1-B6D79AA01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1814" y="8488672"/>
            <a:ext cx="3114186" cy="617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344A39-7A28-5AB4-B0B2-511909E8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1200" y="8703225"/>
            <a:ext cx="1455454" cy="428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BFACB9-643A-D283-1C21-4658F61CA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112" y="8704572"/>
            <a:ext cx="2066788" cy="388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4FE6FA-4DAD-DDE4-0528-F851B085B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686800"/>
            <a:ext cx="12954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15038C-7FFA-D61F-1A1F-C0F1CFA36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1295" y="8610590"/>
            <a:ext cx="1766605" cy="4953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4338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9EDE6-32CF-BFD7-524F-948547C70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3745" y="8745843"/>
            <a:ext cx="2252255" cy="3924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4FA5D1-6DA1-8E24-9C2B-D89228807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8700" y="8118213"/>
            <a:ext cx="697238" cy="10003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DEDA40-C2F5-C114-F52F-59372D1D3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3600" y="8635373"/>
            <a:ext cx="1422400" cy="3943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AC2939-57CF-6066-C9D5-58E1D0F1B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0" y="6781799"/>
            <a:ext cx="914400" cy="501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C4EE3D-BCB0-E1A1-58E8-BD43A8F4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9000" y="6781799"/>
            <a:ext cx="973480" cy="5334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8FB3C-4807-B911-8560-8C074C054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0200" y="8738862"/>
            <a:ext cx="1808629" cy="392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14218D-CB6A-E33D-016F-3CC7FD3DF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8829" y="8557209"/>
            <a:ext cx="147171" cy="5867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0AAFF6-3FDF-802C-12E8-E32E30EC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0518" y="8740134"/>
            <a:ext cx="1737382" cy="3657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FD67FE-9A8B-5DD2-E18E-4BFD3A0B5F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07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A9EA7-FCFD-C48E-C411-34C5EFCCA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28000" cy="914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110E18-357F-BA38-AA7D-7842AAB2D3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-12700"/>
            <a:ext cx="8128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1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B67E9-F5D5-09BD-C8A6-5D26010AF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9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SURYANSH SINGH - 245816214 - MITBLR</cp:lastModifiedBy>
  <cp:revision>2</cp:revision>
  <dcterms:created xsi:type="dcterms:W3CDTF">2006-08-16T00:00:00Z</dcterms:created>
  <dcterms:modified xsi:type="dcterms:W3CDTF">2026-07-20T00:27:38Z</dcterms:modified>
</cp:coreProperties>
</file>